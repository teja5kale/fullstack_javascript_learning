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65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CONFIGURATOR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DASHBOARD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React + Node + PostgreSQL application inspired by a production AutoCAD solar-design plugin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JavaScript &amp; Frontend Engineering Program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 Kale  ·  Adani MTS Learning Track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92640" y="822960"/>
            <a:ext cx="1828800" cy="1828800"/>
          </a:xfrm>
          <a:prstGeom prst="ellipse">
            <a:avLst/>
          </a:prstGeom>
          <a:solidFill>
            <a:srgbClr val="F96167">
              <a:alpha val="8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04120" y="1234440"/>
            <a:ext cx="1005840" cy="1005840"/>
          </a:xfrm>
          <a:prstGeom prst="ellipse">
            <a:avLst/>
          </a:prstGeom>
          <a:solidFill>
            <a:srgbClr val="F9E79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8580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3" name="Text 1"/>
          <p:cNvSpPr/>
          <p:nvPr/>
        </p:nvSpPr>
        <p:spPr>
          <a:xfrm>
            <a:off x="132588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5577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already build layout automation for solar EPC projects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AutoCAD, using a plugin that places tables, piles, cabling &amp; BOQs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asks for a full-stack JS project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a generic to-do list, I rebuilt the plugin's core planning logic as a standalone web app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75120" y="1645920"/>
            <a:ext cx="4754880" cy="1554480"/>
          </a:xfrm>
          <a:prstGeom prst="roundRect">
            <a:avLst>
              <a:gd name="adj" fmla="val 7059"/>
            </a:avLst>
          </a:prstGeom>
          <a:solidFill>
            <a:srgbClr val="F7F7F5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0" y="1810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AutoCAD Plugin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49440" y="21945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C#/.NET · Runs inside AutoCAD · CAD geometry output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75120" y="33101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reworked planning logic  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75120" y="3794760"/>
            <a:ext cx="4754880" cy="1554480"/>
          </a:xfrm>
          <a:prstGeom prst="roundRect">
            <a:avLst>
              <a:gd name="adj" fmla="val 7059"/>
            </a:avLst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39593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Dashboard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4944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Node + PostgreSQL · Runs in any browser · Numeric BOQ output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8580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3" name="Text 1"/>
          <p:cNvSpPr/>
          <p:nvPr/>
        </p:nvSpPr>
        <p:spPr>
          <a:xfrm>
            <a:off x="132588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2103120" cy="1920240"/>
          </a:xfrm>
          <a:prstGeom prst="roundRect">
            <a:avLst>
              <a:gd name="adj" fmla="val 5714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4871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· Context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&amp; Flexbox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76472" y="2286000"/>
            <a:ext cx="2103120" cy="1920240"/>
          </a:xfrm>
          <a:prstGeom prst="roundRect">
            <a:avLst>
              <a:gd name="adj" fmla="val 5714"/>
            </a:avLst>
          </a:prstGeom>
          <a:solidFill>
            <a:srgbClr val="F9E795"/>
          </a:solidFill>
          <a:ln/>
        </p:spPr>
      </p:sp>
      <p:sp>
        <p:nvSpPr>
          <p:cNvPr id="8" name="Text 6"/>
          <p:cNvSpPr/>
          <p:nvPr/>
        </p:nvSpPr>
        <p:spPr>
          <a:xfrm>
            <a:off x="3776472" y="24871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67912" y="30632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over HTTP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5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/ await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30568" y="2286000"/>
            <a:ext cx="2103120" cy="1920240"/>
          </a:xfrm>
          <a:prstGeom prst="roundRect">
            <a:avLst>
              <a:gd name="adj" fmla="val 5714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6830568" y="24871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+ Node.js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22008" y="30632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· Routes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875520" y="2286000"/>
            <a:ext cx="2103120" cy="1920240"/>
          </a:xfrm>
          <a:prstGeom prst="roundRect">
            <a:avLst>
              <a:gd name="adj" fmla="val 5714"/>
            </a:avLst>
          </a:prstGeom>
          <a:solidFill>
            <a:srgbClr val="232C5C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0" y="24871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66960" y="30632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cable_runs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2788920"/>
            <a:ext cx="941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879592" y="2788920"/>
            <a:ext cx="941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933688" y="2788920"/>
            <a:ext cx="941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731520" y="4709160"/>
            <a:ext cx="10698480" cy="1188720"/>
          </a:xfrm>
          <a:prstGeom prst="roundRect">
            <a:avLst>
              <a:gd name="adj" fmla="val 9231"/>
            </a:avLst>
          </a:prstGeom>
          <a:solidFill>
            <a:srgbClr val="F7F7F5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70916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/ pile / cable calculation lives in a database-agnostic utility module — the same logic could sit behind MongoDB with no frontend changes.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8580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3" name="Text 1"/>
          <p:cNvSpPr/>
          <p:nvPr/>
        </p:nvSpPr>
        <p:spPr>
          <a:xfrm>
            <a:off x="132588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7F7F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01368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242316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770632"/>
            <a:ext cx="2185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&amp; Hooks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7F7F5"/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1801368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🧭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47872" y="242316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Router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47872" y="2770632"/>
            <a:ext cx="2185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navigation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7F7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801368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99632" y="242316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API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9632" y="2770632"/>
            <a:ext cx="2185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units / theme state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0" y="160020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7F7F5"/>
          </a:solidFill>
          <a:ln/>
        </p:spPr>
      </p:sp>
      <p:sp>
        <p:nvSpPr>
          <p:cNvPr id="20" name="Shape 18"/>
          <p:cNvSpPr/>
          <p:nvPr/>
        </p:nvSpPr>
        <p:spPr>
          <a:xfrm>
            <a:off x="8869680" y="1801368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886968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▦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851392" y="242316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Grid &amp; Flexbox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851392" y="2770632"/>
            <a:ext cx="2185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65760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7F7F5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3858768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⬢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96112" y="448056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96112" y="4828032"/>
            <a:ext cx="2185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runtime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83280" y="365760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7F7F5"/>
          </a:solidFill>
          <a:ln/>
        </p:spPr>
      </p:sp>
      <p:sp>
        <p:nvSpPr>
          <p:cNvPr id="30" name="Shape 28"/>
          <p:cNvSpPr/>
          <p:nvPr/>
        </p:nvSpPr>
        <p:spPr>
          <a:xfrm>
            <a:off x="3566160" y="3858768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🚂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547872" y="448056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47872" y="4828032"/>
            <a:ext cx="2185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35040" y="365760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7F7F5"/>
          </a:solidFill>
          <a:ln/>
        </p:spPr>
      </p:sp>
      <p:sp>
        <p:nvSpPr>
          <p:cNvPr id="35" name="Shape 33"/>
          <p:cNvSpPr/>
          <p:nvPr/>
        </p:nvSpPr>
        <p:spPr>
          <a:xfrm>
            <a:off x="6217920" y="3858768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🐘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199632" y="448056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99632" y="4828032"/>
            <a:ext cx="2185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686800" y="365760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7F7F5"/>
          </a:solidFill>
          <a:ln/>
        </p:spPr>
      </p:sp>
      <p:sp>
        <p:nvSpPr>
          <p:cNvPr id="40" name="Shape 38"/>
          <p:cNvSpPr/>
          <p:nvPr/>
        </p:nvSpPr>
        <p:spPr>
          <a:xfrm>
            <a:off x="8869680" y="3858768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41" name="Text 39"/>
          <p:cNvSpPr/>
          <p:nvPr/>
        </p:nvSpPr>
        <p:spPr>
          <a:xfrm>
            <a:off x="886968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🔁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851392" y="448056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/ Await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851392" y="4828032"/>
            <a:ext cx="2185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↔ backend calls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8580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3" name="Text 1"/>
          <p:cNvSpPr/>
          <p:nvPr/>
        </p:nvSpPr>
        <p:spPr>
          <a:xfrm>
            <a:off x="132588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— Plan a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120640" cy="2651760"/>
          </a:xfrm>
          <a:prstGeom prst="roundRect">
            <a:avLst>
              <a:gd name="adj" fmla="val 4138"/>
            </a:avLst>
          </a:prstGeom>
          <a:solidFill>
            <a:srgbClr val="F7F7F5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grid of all plant projects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badges: Draft / In Review / Approved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view, edit, and delete actions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120640" cy="2651760"/>
          </a:xfrm>
          <a:prstGeom prst="roundRect">
            <a:avLst>
              <a:gd name="adj" fmla="val 4138"/>
            </a:avLst>
          </a:prstGeom>
          <a:solidFill>
            <a:srgbClr val="F7F7F5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Form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3317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Capacity, table type, dimensions, pitch, boundary size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validation — e.g. pitch must exceed table width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plugin's own overlap warning logic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52628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52628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pages use React Router for navigation and the Context API to share the live project list across the whole app — no prop-drilling between Dashboard and the form.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8580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3" name="Text 1"/>
          <p:cNvSpPr/>
          <p:nvPr/>
        </p:nvSpPr>
        <p:spPr>
          <a:xfrm>
            <a:off x="132588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— Visualize &amp; Estimate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120640" cy="2651760"/>
          </a:xfrm>
          <a:prstGeom prst="roundRect">
            <a:avLst>
              <a:gd name="adj" fmla="val 4138"/>
            </a:avLst>
          </a:prstGeom>
          <a:solidFill>
            <a:srgbClr val="F7F7F5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 Simulator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CSS-grid preview of the table array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× columns computed from pitch + boundary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equivalent of the plugin's Place Tables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120640" cy="2651760"/>
          </a:xfrm>
          <a:prstGeom prst="roundRect">
            <a:avLst>
              <a:gd name="adj" fmla="val 4138"/>
            </a:avLst>
          </a:prstGeom>
          <a:solidFill>
            <a:srgbClr val="F7F7F5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Cable BOQ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3317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LT / DC / HT cable runs, AG or UG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Auto-aggregated length &amp; cost by cable type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Export Spreadsheet / Messenger Wire Length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52628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52628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pages call the same Express REST API with fetch + async/await, so every number on screen is computed once, server-side, from the calculation engine.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8580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3" name="Text 1"/>
          <p:cNvSpPr/>
          <p:nvPr/>
        </p:nvSpPr>
        <p:spPr>
          <a:xfrm>
            <a:off x="1325880" y="640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Table Placement Is Calculated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468880" cy="3931920"/>
          </a:xfrm>
          <a:prstGeom prst="roundRect">
            <a:avLst>
              <a:gd name="adj" fmla="val 4444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Shrink boundary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Subtract setback from plot width &amp; height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737360"/>
            <a:ext cx="2468880" cy="3931920"/>
          </a:xfrm>
          <a:prstGeom prst="roundRect">
            <a:avLst>
              <a:gd name="adj" fmla="val 4444"/>
            </a:avLst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1188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pitch to table size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324612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cellWidth = tableWidth + pitch1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cellHeight = tableLength + pitch2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2468880" cy="3931920"/>
          </a:xfrm>
          <a:prstGeom prst="roundRect">
            <a:avLst>
              <a:gd name="adj" fmla="val 4444"/>
            </a:avLst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0936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 &amp; floor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324612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 = floor(usableWidth / cellWidth)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floor(usableHeight / cellHeight)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23960" y="1737360"/>
            <a:ext cx="2468880" cy="3931920"/>
          </a:xfrm>
          <a:prstGeom prst="roundRect">
            <a:avLst>
              <a:gd name="adj" fmla="val 4444"/>
            </a:avLst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9006840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00684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06840" y="324612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totalTables = rows × columns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totalPiles = totalTables × pilesPerTable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8580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3" name="Text 1"/>
          <p:cNvSpPr/>
          <p:nvPr/>
        </p:nvSpPr>
        <p:spPr>
          <a:xfrm>
            <a:off x="132588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Course-to-Feature Mapping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698480" cy="4754880"/>
        </p:xfrm>
        <a:graphic>
          <a:graphicData uri="http://schemas.openxmlformats.org/drawingml/2006/table">
            <a:tbl>
              <a:tblPr/>
              <a:tblGrid>
                <a:gridCol w="4114800"/>
                <a:gridCol w="6583680"/>
              </a:tblGrid>
              <a:tr h="528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Topic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/ CSS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dashboard, forms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 (ES6+)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Validation, BOQ calculations, DOM logic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Components, Hooks, Router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+ Express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 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Databases (PostgreSQL)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for projects &amp; cable runs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/ Await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frontend ↔ backend communication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configuration, cable entry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Design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Mobile-friendly grid/flex layout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8580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3" name="Text 1"/>
          <p:cNvSpPr/>
          <p:nvPr/>
        </p:nvSpPr>
        <p:spPr>
          <a:xfrm>
            <a:off x="132588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232C5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83080"/>
            <a:ext cx="5577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solar-configurator-dashboard/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backend/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src/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server.js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db.js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routes/projects.js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controllers/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utils/calculations.js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models/schema.sql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frontend/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src/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pages/  (6 pages)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components/Sidebar.jsx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context/AppContext.jsx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api/api.js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styles/main.css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040880" y="1600200"/>
            <a:ext cx="4389120" cy="4480560"/>
          </a:xfrm>
          <a:prstGeom prst="roundRect">
            <a:avLst>
              <a:gd name="adj" fmla="val 2083"/>
            </a:avLst>
          </a:prstGeom>
          <a:solidFill>
            <a:srgbClr val="F7F7F5"/>
          </a:solidFill>
          <a:ln/>
        </p:spPr>
      </p:sp>
      <p:sp>
        <p:nvSpPr>
          <p:cNvPr id="7" name="Text 5"/>
          <p:cNvSpPr/>
          <p:nvPr/>
        </p:nvSpPr>
        <p:spPr>
          <a:xfrm>
            <a:off x="726948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Locally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69480" y="219456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createdb solar_configurator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psql -f schema.sql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backend &amp;&amp; npm install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   (port 5000)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frontend &amp;&amp; npm install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   (port 3000)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skills, real-world context.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Node, Express, and PostgreSQL — applied to a domain I already work in, not a tutorial clone.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92640" y="4480560"/>
            <a:ext cx="1828800" cy="1828800"/>
          </a:xfrm>
          <a:prstGeom prst="ellipse">
            <a:avLst/>
          </a:prstGeom>
          <a:solidFill>
            <a:srgbClr val="F96167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104120" y="4892040"/>
            <a:ext cx="1005840" cy="1005840"/>
          </a:xfrm>
          <a:prstGeom prst="ellipse">
            <a:avLst/>
          </a:prstGeom>
          <a:solidFill>
            <a:srgbClr val="F9E79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2026-07-14T08:52:28Z</dcterms:created>
  <dcterms:modified xsi:type="dcterms:W3CDTF">2026-07-14T08:52:28Z</dcterms:modified>
</cp:coreProperties>
</file>